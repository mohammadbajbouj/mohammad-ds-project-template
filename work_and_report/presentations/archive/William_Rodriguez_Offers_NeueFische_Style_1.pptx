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Rodriguez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Investment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Property Offers Based on Market Hypotheses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Methodology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2-3. H1 Analysis: Price-Living Space Correlation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4-5. H2 Analysis: Property Grade &amp; Move-in Ready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6-7. H3 Analysis: Urban Multi-Floor Properties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Investment Recommendations Summary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D4E8F7"/>
          </a:solidFill>
          <a:ln w="25400">
            <a:solidFill>
              <a:srgbClr val="FF6B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King County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~21K properties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E8E8E8"/>
          </a:solidFill>
          <a:ln w="25400">
            <a:solidFill>
              <a:srgbClr val="FF6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4884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D4E8F7"/>
          </a:solidFill>
          <a:ln w="25400">
            <a:solidFill>
              <a:srgbClr val="FF6B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3192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correlation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$255/sqft target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2356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E8E0F7"/>
          </a:solidFill>
          <a:ln w="25400">
            <a:solidFill>
              <a:srgbClr val="FF6B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71500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&amp; condition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Move-in ready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06640" y="164592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F7E8D4"/>
          </a:solidFill>
          <a:ln w="25400">
            <a:solidFill>
              <a:srgbClr val="FF6B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98080" y="20116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Analysis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2286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properties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Multi-floor compact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54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1188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54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54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78040" y="19659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54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Targets: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200400"/>
            <a:ext cx="13716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154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≤ $255/sqft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520440"/>
            <a:ext cx="13716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3474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Move-in Ready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13716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3794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Multi-floor Urban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6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Price-Living Space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if property price correlates with living area (sqft)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correlation: r = 0.87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 pricing pattern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Living space drives price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~18,400 properties analyzed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prediction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Price/sqft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9718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Range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9718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$200-230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2918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Range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2918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$280-320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6118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~18,400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Selection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Targets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Price ≤ $255/sqft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Living space: 1K-3K sqft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Any location (flexible)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Any grade or condition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Focus: Value underpriced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Price/sqft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≤ $255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Area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1K-3K sqft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9718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9718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$150-400K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2918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2918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Any (flex)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6118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Property Grade &amp;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Move-in Ready Status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High-grade homes command premium &amp; enable faster resale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Impact &amp; Price Premium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Grades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Grade 8-9: Move-in ready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Premium: +18-25%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Grade 6-7: Some work needed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Grade &lt;6: Major renovation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Discount: -10-15%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Premium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9718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9718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2918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2918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6118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&lt;6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Strategy &amp; Selection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Strategy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Quick Sales: Grade 8-9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Minimal renovation needed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Faster market exit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Higher buyer appeal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Premium pricing potential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0116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33172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8-9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Move-in ready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9718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Price/sqft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9718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≤ $255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29184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2918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Minimal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6118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Time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6-12 months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Urban Properties &amp;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Development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multi-floor properties sit on smaller lots (vertical density)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Density &amp; Selection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Characteristics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Floors: Dense development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4884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Lots: ≤ 7,500 sqft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1460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Core: RUCA 1 areas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8036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Hold Time: Quick resale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18688"/>
            <a:ext cx="109728" cy="109728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4612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Range: $245-385K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0116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20116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≥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35915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Size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35915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≤ 7,500 sqft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70662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270662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Urban (RUCA 1)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05409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305409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7-9 preferred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40156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340156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Move-in ready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7490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Price/sqft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37490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≤ $255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Strategy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188720"/>
            <a:ext cx="9144000" cy="13716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FFE8E0"/>
          </a:solidFill>
          <a:ln w="25400">
            <a:solidFill>
              <a:srgbClr val="FF6B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William's Dual-Property Strategy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114800" cy="2103120"/>
          </a:xfrm>
          <a:prstGeom prst="rect">
            <a:avLst/>
          </a:prstGeom>
          <a:solidFill>
            <a:srgbClr val="F0F8E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Country Properties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Long-term land appreciation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0449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Lower entry price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3924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Buy &amp; hold strategy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2103120"/>
            <a:ext cx="4114800" cy="2103120"/>
          </a:xfrm>
          <a:prstGeom prst="rect">
            <a:avLst/>
          </a:prstGeom>
          <a:solidFill>
            <a:srgbClr val="F0E8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Urban Properties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26974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Quick urban turnover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30449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Move-in ready focus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33924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Faster ROI cycles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FF6B5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Apply H1-H3 selection criteria to King County dataset for optimal property acquisition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2026-09-17T13:14:00Z</dcterms:created>
  <dcterms:modified xsi:type="dcterms:W3CDTF">2026-09-17T13:14:00Z</dcterms:modified>
</cp:coreProperties>
</file>