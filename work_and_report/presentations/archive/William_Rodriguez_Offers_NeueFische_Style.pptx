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Investment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Property Offers Based on Market Hypotheses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Methodology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H1 Analysis: Price-Living Space Correlation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H2 Analysis: Property Grade &amp; Move-in Ready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H3 Analysis: Urban Multi-Floor Properties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Investment Recommendations Summary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King County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~21K properties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$255/sqft target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0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1500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&amp; condition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7E8D4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properties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Multi-floor compact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1188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7804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Targets: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≤ $255/sqft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Move-in Ready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794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Multi-floor Urban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Price-Living Space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if property price correlates with living area (sqft)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Pearson correlation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 data: IQR removal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Living space vs price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 modeling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(r=0.87)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 benchmark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~18,400 analyzed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consistent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FF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Investment Target: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≤ $255/sqft offer best value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Property Grade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 Status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Newer, high-grade homes command premium &amp; enable faster resale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Impact &amp; Resale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32004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8-9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+18-25%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1148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6-7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needed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114800" cy="3200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&lt;6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743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743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-10-15%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Sales: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286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 Grade 8-9 homes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5420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 renovation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7980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Faster market exit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1912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Long-term: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4655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Grade 6-7 properties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7216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Controlled upgrades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977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Value appreciation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FFE8E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Investment Target: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8-9 homes (newer, move-in ready)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Urban Properties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multi-floor properties sit on smaller lots (vertical density)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Density &amp;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Characteristics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Floors: Dense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Lots: ≤ 7,500 sqft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Core: RUCA 1 areas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Hold Time: Quick resale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$245-385K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≥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7,500 sqft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Urban (RUCA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7-9 preferred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Move-in ready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$255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FFE8E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Investment Target: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Multi-floor urban properties on compact lots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E8E0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Dual-Property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2103120"/>
          </a:xfrm>
          <a:prstGeom prst="rect">
            <a:avLst/>
          </a:prstGeom>
          <a:solidFill>
            <a:srgbClr val="F0F8E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Country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land appreciation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entry 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 &amp; hold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4114800" cy="2103120"/>
          </a:xfrm>
          <a:prstGeom prst="rect">
            <a:avLst/>
          </a:prstGeom>
          <a:solidFill>
            <a:srgbClr val="F0E8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Urban Properties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urban turnover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044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Move-in ready focus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3392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ROI cycles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Apply H1-H3 selection criteria to King County dataset for optimal property acquisition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2026-09-17T12:29:30Z</dcterms:created>
  <dcterms:modified xsi:type="dcterms:W3CDTF">2026-09-17T12:29:30Z</dcterms:modified>
</cp:coreProperties>
</file>